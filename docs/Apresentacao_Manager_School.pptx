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a7b571a11044ac" /><Relationship Type="http://schemas.openxmlformats.org/officeDocument/2006/relationships/extended-properties" Target="/docProps/app.xml" Id="Rbe3011866cdc46cf" /><Relationship Type="http://schemas.openxmlformats.org/officeDocument/2006/relationships/officeDocument" Target="/ppt/presentation.xml" Id="R5f4ac934dec14d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9279dd31cf4067"/>
  </p:sldMasterIdLst>
  <p:notesMasterIdLst>
    <p:notesMasterId xmlns:r="http://schemas.openxmlformats.org/officeDocument/2006/relationships" r:id="R0fd96841b5b440c0"/>
  </p:notesMasterIdLst>
  <p:sldIdLst>
    <p:sldId xmlns:r="http://schemas.openxmlformats.org/officeDocument/2006/relationships" id="256" r:id="R5b0ee91b80d54994"/>
    <p:sldId xmlns:r="http://schemas.openxmlformats.org/officeDocument/2006/relationships" id="257" r:id="Ra2dd0f5a60a3466a"/>
    <p:sldId xmlns:r="http://schemas.openxmlformats.org/officeDocument/2006/relationships" id="258" r:id="Rbec2392cd3f845c0"/>
    <p:sldId xmlns:r="http://schemas.openxmlformats.org/officeDocument/2006/relationships" id="259" r:id="R2f4b652dbcbd423a"/>
    <p:sldId xmlns:r="http://schemas.openxmlformats.org/officeDocument/2006/relationships" id="260" r:id="R82cc412659d649a8"/>
    <p:sldId xmlns:r="http://schemas.openxmlformats.org/officeDocument/2006/relationships" id="261" r:id="Re9d4918dea1347ea"/>
    <p:sldId xmlns:r="http://schemas.openxmlformats.org/officeDocument/2006/relationships" id="262" r:id="R11d33813d4264591"/>
    <p:sldId xmlns:r="http://schemas.openxmlformats.org/officeDocument/2006/relationships" id="263" r:id="Ra7341fb59bae48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ec92f42efe412b" /><Relationship Type="http://schemas.openxmlformats.org/officeDocument/2006/relationships/slideMaster" Target="/ppt/slideMasters/slideMaster1.xml" Id="Rc09279dd31cf4067" /><Relationship Type="http://schemas.openxmlformats.org/officeDocument/2006/relationships/notesMaster" Target="/ppt/notesMasters/notesMaster1.xml" Id="R0fd96841b5b440c0" /><Relationship Type="http://schemas.openxmlformats.org/officeDocument/2006/relationships/presProps" Target="/ppt/presProps.xml" Id="R04235f3a3a3045a7" /><Relationship Type="http://schemas.openxmlformats.org/officeDocument/2006/relationships/tableStyles" Target="/ppt/tableStyles.xml" Id="R5ab8cd4437094e11" /><Relationship Type="http://schemas.openxmlformats.org/officeDocument/2006/relationships/slide" Target="/ppt/slides/slide1.xml" Id="R5b0ee91b80d54994" /><Relationship Type="http://schemas.openxmlformats.org/officeDocument/2006/relationships/slide" Target="/ppt/slides/slide2.xml" Id="Ra2dd0f5a60a3466a" /><Relationship Type="http://schemas.openxmlformats.org/officeDocument/2006/relationships/slide" Target="/ppt/slides/slide3.xml" Id="Rbec2392cd3f845c0" /><Relationship Type="http://schemas.openxmlformats.org/officeDocument/2006/relationships/slide" Target="/ppt/slides/slide4.xml" Id="R2f4b652dbcbd423a" /><Relationship Type="http://schemas.openxmlformats.org/officeDocument/2006/relationships/slide" Target="/ppt/slides/slide5.xml" Id="R82cc412659d649a8" /><Relationship Type="http://schemas.openxmlformats.org/officeDocument/2006/relationships/slide" Target="/ppt/slides/slide6.xml" Id="Re9d4918dea1347ea" /><Relationship Type="http://schemas.openxmlformats.org/officeDocument/2006/relationships/slide" Target="/ppt/slides/slide7.xml" Id="R11d33813d4264591" /><Relationship Type="http://schemas.openxmlformats.org/officeDocument/2006/relationships/slide" Target="/ppt/slides/slide8.xml" Id="Ra7341fb59bae48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cac6bdb1bd47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65420762a7413b" /><Relationship Type="http://schemas.openxmlformats.org/officeDocument/2006/relationships/notesMaster" Target="/ppt/notesMasters/notesMaster1.xml" Id="R3c46458e02fb4d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c66c14ae924243" /><Relationship Type="http://schemas.openxmlformats.org/officeDocument/2006/relationships/notesMaster" Target="/ppt/notesMasters/notesMaster1.xml" Id="Rd746486c396945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d368c4ce4b45ac" /><Relationship Type="http://schemas.openxmlformats.org/officeDocument/2006/relationships/notesMaster" Target="/ppt/notesMasters/notesMaster1.xml" Id="R84e13020ac3344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70c4dd26174af9" /><Relationship Type="http://schemas.openxmlformats.org/officeDocument/2006/relationships/notesMaster" Target="/ppt/notesMasters/notesMaster1.xml" Id="Rc1b72c933df543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adc70ede6442e0" /><Relationship Type="http://schemas.openxmlformats.org/officeDocument/2006/relationships/notesMaster" Target="/ppt/notesMasters/notesMaster1.xml" Id="R7b0b055e5b924c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b8d91ba5864185" /><Relationship Type="http://schemas.openxmlformats.org/officeDocument/2006/relationships/notesMaster" Target="/ppt/notesMasters/notesMaster1.xml" Id="Rea51962e2a324d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9d676138c84f82" /><Relationship Type="http://schemas.openxmlformats.org/officeDocument/2006/relationships/notesMaster" Target="/ppt/notesMasters/notesMaster1.xml" Id="R5bdf515893de4e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6d9cea743742a0" /><Relationship Type="http://schemas.openxmlformats.org/officeDocument/2006/relationships/notesMaster" Target="/ppt/notesMasters/notesMaster1.xml" Id="Rb71055a3631d42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431b2f6cd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0d4152fc204eb1" /><Relationship Type="http://schemas.openxmlformats.org/officeDocument/2006/relationships/slideLayout" Target="/ppt/slideLayouts/slideLayout1.xml" Id="R7e5385112e824e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5385112e824e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905d345c64ce1" /><Relationship Type="http://schemas.openxmlformats.org/officeDocument/2006/relationships/notesSlide" Target="/ppt/notesSlides/notesSlide1.xml" Id="Rb486ecdd11c841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83bfea3a94dcb" /><Relationship Type="http://schemas.openxmlformats.org/officeDocument/2006/relationships/notesSlide" Target="/ppt/notesSlides/notesSlide2.xml" Id="R830e078404fd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6d10363ed4479" /><Relationship Type="http://schemas.openxmlformats.org/officeDocument/2006/relationships/notesSlide" Target="/ppt/notesSlides/notesSlide3.xml" Id="R601bf84a27174e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ed51987324518" /><Relationship Type="http://schemas.openxmlformats.org/officeDocument/2006/relationships/notesSlide" Target="/ppt/notesSlides/notesSlide4.xml" Id="R1acffc9a955242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72975d1244403" /><Relationship Type="http://schemas.openxmlformats.org/officeDocument/2006/relationships/notesSlide" Target="/ppt/notesSlides/notesSlide5.xml" Id="R6a804f9700bb44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515eead7a48d9" /><Relationship Type="http://schemas.openxmlformats.org/officeDocument/2006/relationships/notesSlide" Target="/ppt/notesSlides/notesSlide6.xml" Id="R884a7e7040784c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059a5dc6a4269" /><Relationship Type="http://schemas.openxmlformats.org/officeDocument/2006/relationships/notesSlide" Target="/ppt/notesSlides/notesSlide7.xml" Id="Rd2f712e724e744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e6d6093b74314" /><Relationship Type="http://schemas.openxmlformats.org/officeDocument/2006/relationships/notesSlide" Target="/ppt/notesSlides/notesSlide8.xml" Id="R77ad0fb30d6b4b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19E8E-6A88-49A2-9EEC-2FB198AE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333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32C"/>
          </a:solidFill>
          <a:ln xmlns:a="http://schemas.openxmlformats.org/drawingml/2006/main" w="9525">
            <a:solidFill>
              <a:srgbClr val="9343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39D42-2A8C-4FA1-B050-6C68A624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525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Manager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525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95025-E2EB-4EC0-AB41-64A4A732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Registro e análise de notas escolares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4EC59-A25E-42B2-994F-6D64854C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343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9F500-27C5-4EEF-982C-71B27B3E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Projeto acadêmico de programação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0B488-A65E-4F98-8B11-2189459B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67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0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432C"/>
                </a:solidFill>
                <a:latin typeface="Arial"/>
                <a:ea typeface="Arial"/>
                <a:cs typeface="Arial"/>
              </a:rPr>
              <a:t>Flask  /  SQLite  /  Python</a:t>
            </a:r>
          </a:p>
        </p:txBody>
      </p:sp>
    </p:spTree>
    <p:extLst>
      <p:ext uri="{BB962C8B-B14F-4D97-AF65-F5344CB8AC3E}">
        <p14:creationId xmlns:p14="http://schemas.microsoft.com/office/powerpoint/2010/main" val="2075063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98D63-5293-4F85-B746-0142CC03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Problema e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7B2E9-5DAC-4905-8E9B-414E173B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E4F45-2DDD-4EEC-975F-221EA7F3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MANAGER SCHOOL · PROJETO ACADÊMICO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8F767-B490-4CF9-9B29-3509E0C0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13509-401C-4131-B7B6-AAA2142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O desafio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F2D5F-3D0F-4FDD-832B-ACDA0264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476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Notas e avaliações podem ficar espalhadas em planilhas e anotações, o que torna a consulta do histórico mais trabalhosa.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1FADB-6AB5-4257-9FC6-D3F52A67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5260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4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8CE06-750C-4390-9BAC-DC086304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192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O objetivo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5EA34-AADF-4245-A2BA-089BF85E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14550"/>
            <a:ext cx="4381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Reunir o registro das avaliações em um só lugar e facilitar a consulta por aluno, disciplina, turma e bimestre.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94D04-3D89-4573-A4BE-89558114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Escopo: protótipo acadêmico para demonstração, com dados de exemplo.</a:t>
            </a:r>
          </a:p>
        </p:txBody>
      </p:sp>
    </p:spTree>
    <p:extLst>
      <p:ext uri="{BB962C8B-B14F-4D97-AF65-F5344CB8AC3E}">
        <p14:creationId xmlns:p14="http://schemas.microsoft.com/office/powerpoint/2010/main" val="18327214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250EF-0880-41CB-BEB9-0A20810D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Fluxo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6D5DB-C6BC-4A08-B058-AF4950AF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F5D69-E817-4F03-90CD-B13B2C58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MANAGER SCHOOL · PROJETO ACADÊMICO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B2589-F3B8-49C2-86D4-11B463B6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B6E90-0B26-451F-A65C-B23C6328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A0EAA-9C9C-4B74-AAE2-45FCE19C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Selecionar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84FF5-D4E6-4DB7-833F-1EA5FA3C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ou cadastrar o aluno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E163B-99FB-436F-A3A6-42206575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812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343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8FA40-BD7C-470D-AFC1-F0632878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812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D76DD-51D6-4CAA-8D65-C0C02507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30FCF-12F1-403D-8896-C4D427B3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0908C-9D23-47EF-800B-B6CF2B0D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2900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avaliação e nota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E2D35-686E-467B-88B8-8AD97AA7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812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343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1B30A-8F0A-4614-B041-0A0FCB2C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812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65AB9-13F9-4305-99B4-285C7850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A20AD-C2C1-40AA-A1F3-BD851403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Consultar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A74F3-2F6D-4FC0-AC09-BA9989B1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histórico e médias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E2AEA-0285-4C4B-B070-A74339A0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343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E1185-104C-4CBB-973E-40A307D7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812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177E7-8D56-4C1D-94CC-3407F644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145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A67E1-82F2-4FDC-B869-EB88A14D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Filtrar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C6B2C-1ECB-4DA2-A37C-4318F1AB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e exportar relatório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9A442-3C42-4CBA-83F9-01A249BE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A nota fica associada ao aluno e à avaliação por identificadores do banco.</a:t>
            </a:r>
          </a:p>
        </p:txBody>
      </p:sp>
    </p:spTree>
    <p:extLst>
      <p:ext uri="{BB962C8B-B14F-4D97-AF65-F5344CB8AC3E}">
        <p14:creationId xmlns:p14="http://schemas.microsoft.com/office/powerpoint/2010/main" val="1522010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715DF-E284-4E0E-8345-B364309D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Como os dados se relacionam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ADC2C-8FB9-4D98-9925-7EDA54B1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B7DB7-465C-49A3-BF7A-98CC6BD5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MANAGER SCHOOL · PROJETO ACADÊMICO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3F565-19BD-4289-91C2-2A053398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56DF6-3DAB-400A-8C1F-9900E103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Turma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058CC-1D04-4CBC-97FC-80299BE2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08084-1EA9-48FD-B00D-EB3411A6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Alunos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3C0C6-0E67-4025-9CAE-9191B602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uma turma pode ter vários alunos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B1138-59A3-4067-A3B3-69A6B5C0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A5829-9353-4880-B852-6E60D950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Turma + disciplina + professor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BDC7C-35CA-4B45-A400-18AB00D0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5EEB1-0B22-4152-90E5-C60D7E3D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Oferta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136D0-4C68-47AE-9DB0-F50ED12B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define a disciplina ministrada para uma turma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FCB44-1E05-471A-A48C-0A176A21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2306A-E723-470E-BF78-88DCFDB0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Aluno + avaliação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C9153-3226-4056-9624-F3945D51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616B0-D857-4819-9AA4-4E87C626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24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Nota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D7CB5-A1BF-42EB-9188-A533C9E6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624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registra a nota de uma pessoa naquela avaliação</a:t>
            </a:r>
          </a:p>
        </p:txBody>
      </p:sp>
    </p:spTree>
    <p:extLst>
      <p:ext uri="{BB962C8B-B14F-4D97-AF65-F5344CB8AC3E}">
        <p14:creationId xmlns:p14="http://schemas.microsoft.com/office/powerpoint/2010/main" val="971513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CCB495-B909-4C61-BD28-C8056170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Como a aplicação foi construída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C1176-5876-492B-B29F-237B4EC9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B03DD-C938-49AA-A39D-DA32794A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MANAGER SCHOOL · PROJETO ACADÊMICO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E9298-AD43-4027-84BA-EC923EA3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53A90-EA78-41D4-B48E-140BF010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22637-CFB2-44D4-B1B9-958B0214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Flask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app.py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7A584-0ABF-407B-8D46-99092BA0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241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database.py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6A03F-F002-4D93-A0D4-D09B825A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5C663-8D2C-4FF5-80D5-2D51CE47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146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343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8FBC8-F69C-488F-A762-D69B95CA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955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22B16-E222-45C6-821C-C107FBD5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146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343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1C4F8-E87C-4D87-8492-79953F4B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955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7852E-64A5-41EF-ADD4-D1E89E09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1460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343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4DC04-2A9C-475A-AE24-82E85755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955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7C18D-D7A5-49D5-9CE6-30CEFB53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4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1E3E4-9C1A-4AF1-8BE9-4F8D2FBF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95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Jinja + HTML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86F70-6486-45EF-BA6D-90037F4F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CSS + JavaScript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25C4C-D18E-4D2C-98DC-260CE0EE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4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CBD47-6A48-4F57-8F6E-AB65C40D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D2ED0-1E6C-44E9-B608-333EFFF6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95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Matplotlib · openpyxl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8952D-2567-454E-87F1-899CBD1D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Cada parte tem uma responsabilidade: páginas, regras, persistência e relatórios.</a:t>
            </a:r>
          </a:p>
        </p:txBody>
      </p:sp>
    </p:spTree>
    <p:extLst>
      <p:ext uri="{BB962C8B-B14F-4D97-AF65-F5344CB8AC3E}">
        <p14:creationId xmlns:p14="http://schemas.microsoft.com/office/powerpoint/2010/main" val="1960048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84AAA-E3DC-4F18-849A-A816EEF2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Relatórios e exportações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DF3C0-56B0-47AE-BD86-260B1768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6C996-9044-4FA1-9878-587AB76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MANAGER SCHOOL · PROJETO ACADÊMICO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A7607-2E2E-48BD-8ADB-DF84F5C9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68EF1-3CDF-4344-8889-BF6702FE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Filtros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9B197-7247-4C92-971C-87FC1206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286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Turma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Aluno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Disciplina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Bimestre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574D1-F245-46E8-ADB0-51DC970E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4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5F095-D085-41AA-BB2E-E7796969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66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Resumo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2820D-E2F5-440D-9542-E09F6F58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38375"/>
            <a:ext cx="3429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Média por disciplina e bimestre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Quantidade de notas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Gráfico comparativo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0D0E6-2504-4224-8834-527F514F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4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8BE5C-1138-42E9-9F87-138174CE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66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Downloads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2BBCD-BFAE-478D-9811-0A6D432C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247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Excel (.xlsx)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2B212-FDFD-45F8-BE17-F7BE96B0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Os mesmos filtros são aplicados à tabela, ao gráfico e aos downloads.</a:t>
            </a:r>
          </a:p>
        </p:txBody>
      </p:sp>
    </p:spTree>
    <p:extLst>
      <p:ext uri="{BB962C8B-B14F-4D97-AF65-F5344CB8AC3E}">
        <p14:creationId xmlns:p14="http://schemas.microsoft.com/office/powerpoint/2010/main" val="84114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E7AC8-9C4E-4B99-8B24-D0B23CD7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Demonstração do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44211-65DB-405E-8F5C-CD706EF5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9D889-63F6-499D-8C32-3BDD15FA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MANAGER SCHOOL · PROJETO ACADÊMICO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F9DC2-8859-4DB8-A31A-B324BB82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DE383-97C1-41AE-A52E-E6171D2B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2D149-FC9F-4874-A019-7F36B5A9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478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Registrar uma nota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5AF08-63F1-4A88-9BA0-7B48CEB3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43150"/>
            <a:ext cx="833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Selecionar ou cadastrar aluno; informar disciplina, avaliação, bimestre e nota.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D0171-6D27-4DD5-8C88-AB5DA62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8348F-7854-431A-8DB1-42C1D328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003B4-4C5E-4E32-A007-06B8082A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Consultar o histórico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5C21E-9CF5-4AED-925C-1D615246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33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Abrir o aluno e conferir avaliações e médias por disciplina e bimestre.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13613-8698-433E-87C8-00978944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EB306-A00C-4FC9-9840-890BFFD0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6B347-A395-473D-9579-F64D00F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Gerar relatório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0B4AD-7ED0-42FA-A4BC-AA89C182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833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Filtrar turma ou aluno e baixar o resultado no formato escolhido.</a:t>
            </a:r>
          </a:p>
        </p:txBody>
      </p:sp>
    </p:spTree>
    <p:extLst>
      <p:ext uri="{BB962C8B-B14F-4D97-AF65-F5344CB8AC3E}">
        <p14:creationId xmlns:p14="http://schemas.microsoft.com/office/powerpoint/2010/main" val="1497901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0CCB5-AB9F-429F-B2D8-7C0D40C6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Limitações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431EE-33D6-491D-8E2D-83A113D5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FE387-45AE-4496-9DCF-4C2C8685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MANAGER SCHOOL · PROJETO ACADÊMICO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A613D-4CD8-4D2E-AAEB-85606B16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86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6B6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7CE6D-B647-4352-A234-328D70A1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O que o protótipo já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58D76-94C7-4CD7-981E-952DC084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80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Cadastro e consulta de notas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80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Filtros por turma e aluno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80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Gráficos e exportação de relatórios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6E366-02A9-4BEE-81BA-0BA977D2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0" cy="3562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4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AE91C-6834-4287-9993-E3A4E6BA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57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93432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3432C"/>
                </a:solidFill>
                <a:latin typeface="Arial"/>
                <a:ea typeface="Arial"/>
                <a:cs typeface="Arial"/>
              </a:rPr>
              <a:t>O que falta evoluir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9B494-9B05-4DC7-88D0-45EBEA10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Confirmar as regras de aprovação com a escola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Criar backups e trilha de alterações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Adicionar perfis de acesso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92B26"/>
                </a:solidFill>
                <a:latin typeface="Arial"/>
                <a:ea typeface="Arial"/>
                <a:cs typeface="Arial"/>
              </a:rPr>
              <a:t>Testar a aplicação com usuários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BB047-973B-477C-889B-745B10D8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292B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B26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</p:spTree>
    <p:extLst>
      <p:ext uri="{BB962C8B-B14F-4D97-AF65-F5344CB8AC3E}">
        <p14:creationId xmlns:p14="http://schemas.microsoft.com/office/powerpoint/2010/main" val="1204497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2026-10-03T20:42:06.7670000Z</dcterms:created>
  <dcterms:modified xsi:type="dcterms:W3CDTF">2026-10-03T20:42:06.7680000Z</dcterms:modified>
</coreProperties>
</file>